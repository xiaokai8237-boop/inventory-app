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0A4A6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rgbClr val="0A4A6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509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物流配送行业专用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每个筐去了哪，一目了然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物流筐收发管理系统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C5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 · 回收 · 待回收 —— 月底还差几个筐，清清楚楚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80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📋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5448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每家店单独记录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5029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收了几筐、什么品种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清清楚楚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429768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4480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⏱️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21208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几秒完成记录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5029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回收时顺手记一下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月底自动有答案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429768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480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📊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86968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月底自动统计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0" y="5029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还差几个筐没收回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一目了然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扫码即用 · 无需安装App · 手机/平板通用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月底对不清筐数，你是不是也这样？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20116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" dirty="0">
                <a:solidFill>
                  <a:srgbClr val="000000"/>
                </a:solidFill>
              </a:rPr>
              <a:t>📝</a:t>
            </a:r>
            <a:endParaRPr lang="en-US" sz="4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手抄路单容易抄错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每天几十家店的筐数靠手抄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抄错一个数字，月底就对不上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0116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" dirty="0">
                <a:solidFill>
                  <a:srgbClr val="000000"/>
                </a:solidFill>
              </a:rPr>
              <a:t>💬</a:t>
            </a:r>
            <a:endParaRPr lang="en-US" sz="40" dirty="0"/>
          </a:p>
        </p:txBody>
      </p:sp>
      <p:sp>
        <p:nvSpPr>
          <p:cNvPr id="13" name="Text 11"/>
          <p:cNvSpPr/>
          <p:nvPr/>
        </p:nvSpPr>
        <p:spPr>
          <a:xfrm>
            <a:off x="4572000" y="3200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发微信记录库存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9319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几百条聊天记录里翻数字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对账时翻到眼瞎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20116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46404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" dirty="0">
                <a:solidFill>
                  <a:srgbClr val="000000"/>
                </a:solidFill>
              </a:rPr>
              <a:t>📊</a:t>
            </a:r>
            <a:endParaRPr lang="en-US" sz="40" dirty="0"/>
          </a:p>
        </p:txBody>
      </p:sp>
      <p:sp>
        <p:nvSpPr>
          <p:cNvPr id="18" name="Text 16"/>
          <p:cNvSpPr/>
          <p:nvPr/>
        </p:nvSpPr>
        <p:spPr>
          <a:xfrm>
            <a:off x="8321040" y="3200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月底结算对不上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39319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和仓库管理员一核对就露馅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不知道错哪、差几个、是哪家差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每天花 1 小时，月底还要花半天对账 —— 太亏了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其实你只需要三笔账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20116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212140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给每家店发了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几个筐？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3108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01168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212140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📥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8404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从每家店收回了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几个筐？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3108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0A4A66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201168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12140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3816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待回收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38404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 - 回收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还差几个筐没收回？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D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把这三笔账记清楚，月底不用再翻聊天记录、不用再对半天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每家店单独记录，清清楚楚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哪家店收回了几个筐？收回了什么品种的筐？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示例：某天回收记录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13716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331720"/>
            <a:ext cx="749808" cy="5029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鲜食筐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35808" y="2331720"/>
            <a:ext cx="749808" cy="5029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面包筐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85616" y="2331720"/>
            <a:ext cx="749808" cy="5029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低温筐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35424" y="2331720"/>
            <a:ext cx="749808" cy="5029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冷冻筐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85232" y="2331720"/>
            <a:ext cx="749808" cy="5029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常温筐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98648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台州海上潮鸣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898648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35808" y="2898648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5616" y="2898648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35424" y="2898648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85232" y="2898648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465576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台州椒江天和路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465576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35808" y="3465576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85616" y="3465576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35424" y="3465576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3465576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032504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台州湾吾悦店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032504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35808" y="4032504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85616" y="4032504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35424" y="4032504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4032504"/>
            <a:ext cx="74980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6126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每家店、每个品种都单独记账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谁家收了多少，不用靠记忆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400800" y="2194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每笔记录都带「门店 + 品种 + 数量」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今天哪家没收齐，一眼看到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0" y="3474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月底不用翻聊天记录拼数字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516368" y="3584448"/>
            <a:ext cx="1371417" cy="2798064"/>
          </a:xfrm>
          <a:prstGeom prst="roundRect">
            <a:avLst>
              <a:gd name="adj" fmla="val 3334"/>
            </a:avLst>
          </a:prstGeom>
          <a:solidFill>
            <a:srgbClr val="21295C"/>
          </a:solidFill>
          <a:ln w="19050">
            <a:solidFill>
              <a:srgbClr val="21295C"/>
            </a:solidFill>
            <a:prstDash val="solid"/>
          </a:ln>
        </p:spPr>
      </p:sp>
      <p:pic>
        <p:nvPicPr>
          <p:cNvPr id="38" name="Image 0" descr="/workspace/ppt_录入.png">    </p:cNvPr>
          <p:cNvPicPr>
            <a:picLocks noChangeAspect="1"/>
          </p:cNvPicPr>
          <p:nvPr/>
        </p:nvPicPr>
        <p:blipFill>
          <a:blip r:embed="rId1"/>
          <a:srcRect l="-16990" r="-16990" t="0" b="0"/>
          <a:stretch/>
        </p:blipFill>
        <p:spPr>
          <a:xfrm>
            <a:off x="7589520" y="3657600"/>
            <a:ext cx="1225113" cy="265176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852160" y="6400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手动/语音/拍照 随手记录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回收时，几秒钟就能记好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不需要专门花时间，顺手一记就够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9202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202996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📷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拍照识别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路单一拍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物流箱自动识别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秒级完成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9202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202996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🎤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89120" y="3108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语音录入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09160" y="37947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点一下说句话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“鲜食1 面包2”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自动填好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64040" y="192024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9464040" y="202996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✍️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38160" y="3108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手动录入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58200" y="37947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选店填数字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日期默认今天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保存即记录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 一天几十家店，全程不到 5 分钟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月底，还差几个筐一目了然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783080"/>
            <a:ext cx="2377440" cy="566928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29000" y="1783080"/>
            <a:ext cx="1188720" cy="566928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17720" y="1783080"/>
            <a:ext cx="1188720" cy="566928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06440" y="1783080"/>
            <a:ext cx="1371600" cy="566928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待回收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2441448"/>
            <a:ext cx="237744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台州海上潮鸣中心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2441448"/>
            <a:ext cx="118872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441448"/>
            <a:ext cx="118872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06440" y="2441448"/>
            <a:ext cx="137160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E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099816"/>
            <a:ext cx="237744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台州椒江天和路店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099816"/>
            <a:ext cx="118872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099816"/>
            <a:ext cx="118872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3099816"/>
            <a:ext cx="137160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E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758184"/>
            <a:ext cx="237744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台州湾吾悦店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3758184"/>
            <a:ext cx="118872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3758184"/>
            <a:ext cx="118872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3758184"/>
            <a:ext cx="137160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E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416552"/>
            <a:ext cx="237744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台州西站店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4416552"/>
            <a:ext cx="118872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4416552"/>
            <a:ext cx="118872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4416552"/>
            <a:ext cx="1371600" cy="566928"/>
          </a:xfrm>
          <a:prstGeom prst="rect">
            <a:avLst/>
          </a:prstGeom>
          <a:solidFill>
            <a:srgbClr val="1A30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074920"/>
            <a:ext cx="2377440" cy="566928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5074920"/>
            <a:ext cx="1188720" cy="566928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7720" y="5074920"/>
            <a:ext cx="1188720" cy="566928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369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5074920"/>
            <a:ext cx="1371600" cy="566928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1737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哪家店差几个筐？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229600" y="256032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1A3058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2697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吾悦店还差 28 个筐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0" y="352044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1A3058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海上潮鸣还差 12 个筐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29600" y="448056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1A3058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617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西站店已全部回收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229600" y="544068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1A3058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5577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全月待回收共 46 个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不用再猜：差几个、差哪家、差什么品种，全在表里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一键对账，告别翻聊天记录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和仓库管理员对账，不用再一页页翻微信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对账只要两步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06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2024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导出你的数据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29718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选好日期范围 → 点「导出Excel」→ 直接发给管理员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2062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434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2024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导入管理员表格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20240" y="4709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把他发的Excel选进来 → 自动逐日逐筐对比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结果一目了然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237744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EDF2F5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一致项：绿色标记，两边对得上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差异项：黄色标记，自动标出差额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例：你发 100 个，他记 95 → 差额 +5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5760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不用再一摞纸一张张翻，几分钟搞定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数据安全：记了就不能丢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☁️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自动云端备份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64592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每次保存自动备份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无需任何操作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🔑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949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账号密码保护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9496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手机号+密码双验证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别人打不开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1440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换机一键恢复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换手机输入手机号+密码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数据全部回来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947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🛡️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4592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防暴力破解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45920" y="4389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输错5次锁定10分钟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安全无忧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35661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6284F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7947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📤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9496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线下双保险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394960" y="4389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还能导出文件存微信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C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双份保障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96528" y="3858768"/>
            <a:ext cx="1244681" cy="2523744"/>
          </a:xfrm>
          <a:prstGeom prst="roundRect">
            <a:avLst>
              <a:gd name="adj" fmla="val 3673"/>
            </a:avLst>
          </a:prstGeom>
          <a:solidFill>
            <a:srgbClr val="21295C"/>
          </a:solidFill>
          <a:ln w="19050">
            <a:solidFill>
              <a:srgbClr val="21295C"/>
            </a:solidFill>
            <a:prstDash val="solid"/>
          </a:ln>
        </p:spPr>
      </p:sp>
      <p:pic>
        <p:nvPicPr>
          <p:cNvPr id="24" name="Image 0" descr="/workspace/ppt_备份.png">    </p:cNvPr>
          <p:cNvPicPr>
            <a:picLocks noChangeAspect="1"/>
          </p:cNvPicPr>
          <p:nvPr/>
        </p:nvPicPr>
        <p:blipFill>
          <a:blip r:embed="rId1"/>
          <a:srcRect l="-10060" r="-10060" t="0" b="0"/>
          <a:stretch/>
        </p:blipFill>
        <p:spPr>
          <a:xfrm>
            <a:off x="8869680" y="3931920"/>
            <a:ext cx="1098377" cy="23774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换手机、清缓存，数据都在云端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用之前 vs 用之后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DF2F2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😩 用之前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月底只知道数量对不上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不知道哪一家的筐差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不知道差在哪个品种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6634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翻几百条聊天记录核对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5303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手抄的数字自己都不确定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0FDF4"/>
          </a:solidFill>
          <a:ln w="635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20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😄 用之后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27432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一眼看出还差几个筐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33832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哪家差、差几个，清清楚楚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40233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每个品种的差异都列出来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46634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导出Excel一键对账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5303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数据云端备份永不丢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月底再也不用加班对账了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谁适合用？上手只要 3 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2700">
            <a:solidFill>
              <a:srgbClr val="ED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适合这样的你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777240" cy="77724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" dirty="0">
                <a:solidFill>
                  <a:srgbClr val="000000"/>
                </a:solidFill>
              </a:rPr>
              <a:t>🚚</a:t>
            </a:r>
            <a:endParaRPr lang="en-US" sz="34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物流/配送司机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每天跑门店送筐、收筐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383280"/>
            <a:ext cx="777240" cy="77724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" dirty="0">
                <a:solidFill>
                  <a:srgbClr val="000000"/>
                </a:solidFill>
              </a:rPr>
              <a:t>📦</a:t>
            </a:r>
            <a:endParaRPr lang="en-US" sz="34" dirty="0"/>
          </a:p>
        </p:txBody>
      </p:sp>
      <p:sp>
        <p:nvSpPr>
          <p:cNvPr id="12" name="Text 10"/>
          <p:cNvSpPr/>
          <p:nvPr/>
        </p:nvSpPr>
        <p:spPr>
          <a:xfrm>
            <a:off x="164592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仓库管理员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月底要跟司机核对筐数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572000"/>
            <a:ext cx="777240" cy="77724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572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" dirty="0">
                <a:solidFill>
                  <a:srgbClr val="000000"/>
                </a:solidFill>
              </a:rPr>
              <a:t>🏪</a:t>
            </a:r>
            <a:endParaRPr lang="en-US" sz="34" dirty="0"/>
          </a:p>
        </p:txBody>
      </p:sp>
      <p:sp>
        <p:nvSpPr>
          <p:cNvPr id="16" name="Text 14"/>
          <p:cNvSpPr/>
          <p:nvPr/>
        </p:nvSpPr>
        <p:spPr>
          <a:xfrm>
            <a:off x="1645920" y="4572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商超供货商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几十家店每月对账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上手只要 3 步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2194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设置店面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26060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把你要记的门店加进来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（几分钟搞定，只做一次）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520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611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23760" y="3520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每天记录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23760" y="39319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发出/回收时用拍照、语音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或手动记一下（几秒钟）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4846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937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23760" y="4846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月底查看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23760" y="52578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打开统计，差几个筐、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哪家差，清清楚楚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4572000" cy="4572000"/>
          </a:xfrm>
          <a:prstGeom prst="ellipse">
            <a:avLst/>
          </a:prstGeom>
          <a:solidFill>
            <a:srgbClr val="0A4A6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4114800" cy="4114800"/>
          </a:xfrm>
          <a:prstGeom prst="ellipse">
            <a:avLst/>
          </a:prstGeom>
          <a:solidFill>
            <a:srgbClr val="0A4A6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从今天起，每个筐都有数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FD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物流筐收发管理系统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 · 回收 · 待回收 —— 一目了然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45720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立即体验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扫码即用，无需安装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2026-07-31T09:35:34Z</dcterms:created>
  <dcterms:modified xsi:type="dcterms:W3CDTF">2026-07-31T09:35:34Z</dcterms:modified>
</cp:coreProperties>
</file>