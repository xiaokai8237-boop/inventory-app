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0A4A6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0A4A6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424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物流配送行业专用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物流筐收发管理系统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路单拍照识别 · 语音录入 · 自动对账 · 云端备份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📷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路单一拍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物流箱自动录入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🎤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语音录入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说句话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数字自动填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☁️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云端备份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换手机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数据永不丢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扫码即用 · 无需安装App · 手机/平板/电脑通用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每天和纸质路单打交道，你累不累？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📄</a:t>
            </a:r>
            <a:endParaRPr lang="en-US" sz="32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纸质路单易丢易脏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每天十几张路单，油污、折损、丢失，月底对账对不上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✍️</a:t>
            </a:r>
            <a:endParaRPr lang="en-US" sz="32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手抄数据费时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每笔发出/回收都要手写登记，一天几十家店抄到手酸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🔍</a:t>
            </a:r>
            <a:endParaRPr lang="en-US" sz="32" dirty="0"/>
          </a:p>
        </p:txBody>
      </p:sp>
      <p:sp>
        <p:nvSpPr>
          <p:cNvPr id="18" name="Text 16"/>
          <p:cNvSpPr/>
          <p:nvPr/>
        </p:nvSpPr>
        <p:spPr>
          <a:xfrm>
            <a:off x="93268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月底对账靠翻纸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和仓库管理员对账，翻一摞单据逐条核对，半天起步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251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📱</a:t>
            </a:r>
            <a:endParaRPr lang="en-US" sz="32" dirty="0"/>
          </a:p>
        </p:txBody>
      </p:sp>
      <p:sp>
        <p:nvSpPr>
          <p:cNvPr id="23" name="Text 21"/>
          <p:cNvSpPr/>
          <p:nvPr/>
        </p:nvSpPr>
        <p:spPr>
          <a:xfrm>
            <a:off x="182880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手机记账APP不好用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通用记账软件没有「筐」的概念，录起来别扭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251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❌</a:t>
            </a:r>
            <a:endParaRPr lang="en-US" sz="32" dirty="0"/>
          </a:p>
        </p:txBody>
      </p:sp>
      <p:sp>
        <p:nvSpPr>
          <p:cNvPr id="28" name="Text 26"/>
          <p:cNvSpPr/>
          <p:nvPr/>
        </p:nvSpPr>
        <p:spPr>
          <a:xfrm>
            <a:off x="557784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Excel容易出错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手输Excel，一个数字敲错，月底查错查到崩溃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251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💰</a:t>
            </a:r>
            <a:endParaRPr lang="en-US" sz="32" dirty="0"/>
          </a:p>
        </p:txBody>
      </p:sp>
      <p:sp>
        <p:nvSpPr>
          <p:cNvPr id="33" name="Text 31"/>
          <p:cNvSpPr/>
          <p:nvPr/>
        </p:nvSpPr>
        <p:spPr>
          <a:xfrm>
            <a:off x="9326880" y="4297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数据丢失追不回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5820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手机一换、缓存一清，几个月记录全没了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一套系统，解决全部管理问题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店面管理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自定义店面+别名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拍照批量导入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949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三种录入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 / 语音 / 拍照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想怎么录怎么录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📷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拍照OCR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路单一拍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物流箱自动识别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汇总统计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14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单店/全店/日期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任意维度汇总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4114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导出Excel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导入自动对比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☁️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440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云端备份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自动备份+账号密码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数据永不丢失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🔐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64592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5897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密码保护+密保找回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管理员协助重置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51206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📖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39496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傻瓜教程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5897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一步一步教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零基础3分钟上手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51206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📱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14400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0" y="5897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无需安装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浏览器打开即用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店面管理：想管几家管几家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三步管理店面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4203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新增店面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点「新增店面」，输入店名（如 北区店）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22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加别名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全名太绕口？加个别名（北区），说话/拍照都能识别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023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拍照批量导入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5394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有路单表格？拍一张照，所有店面自动识别录入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别名是怎么帮你省事的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北区总店（海港路店）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38404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8F1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北区 / 北区店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5212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349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5715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说「北区」、拍路单「北区」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都能识别到这家店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三种录入方式：想怎么录怎么录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8288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9385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✍️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手动录入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645920" y="342900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474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最稳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选店面，填数字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日期默认今天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点保存搞定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18288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9385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🎤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38912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语音录入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474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最快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点一下，说句话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“鲜食1 面包2”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数字自动填好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18288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19385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📷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13816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9144000" y="342900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474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最省事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路单一拍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物流箱自动识别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核对后一键入库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核心能力：路单拍照自动识别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拍照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拍配送路单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或从相册选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90672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自动识别每家店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的物流箱数量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16752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92240" y="15544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✏️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识别结果可改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漏了手动补行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42832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18320" y="155448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41832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录入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554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一键确认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数据入库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识别后的每行数据都可以直接修改，识别漏掉的店面点「新增一行」手动补上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484632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0A4A6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⏱️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识别一张路单 秒级完成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520440" y="484632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0A4A6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6052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自动匹配店面别名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0A4A6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📝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每行数字可改可补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484632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0A4A66"/>
          </a:solidFill>
          <a:ln/>
        </p:spPr>
      </p:sp>
      <p:sp>
        <p:nvSpPr>
          <p:cNvPr id="33" name="Text 31"/>
          <p:cNvSpPr/>
          <p:nvPr/>
        </p:nvSpPr>
        <p:spPr>
          <a:xfrm>
            <a:off x="905256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55548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合计行自动计算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汇总统计：数据一目了然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按任意维度查看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731520" cy="73152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📅</a:t>
            </a:r>
            <a:endParaRPr lang="en-US" sz="32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按日期范围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近7天 / 近30天 / 自定义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731520" cy="73152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🏪</a:t>
            </a:r>
            <a:endParaRPr lang="en-US" sz="32" dirty="0"/>
          </a:p>
        </p:txBody>
      </p:sp>
      <p:sp>
        <p:nvSpPr>
          <p:cNvPr id="12" name="Text 10"/>
          <p:cNvSpPr/>
          <p:nvPr/>
        </p:nvSpPr>
        <p:spPr>
          <a:xfrm>
            <a:off x="1600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按店面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单店汇总 / 全部店对比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937760"/>
            <a:ext cx="731520" cy="73152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937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" dirty="0">
                <a:solidFill>
                  <a:srgbClr val="000000"/>
                </a:solidFill>
              </a:rPr>
              <a:t>📦</a:t>
            </a:r>
            <a:endParaRPr lang="en-US" sz="32" dirty="0"/>
          </a:p>
        </p:txBody>
      </p:sp>
      <p:sp>
        <p:nvSpPr>
          <p:cNvPr id="16" name="Text 14"/>
          <p:cNvSpPr/>
          <p:nvPr/>
        </p:nvSpPr>
        <p:spPr>
          <a:xfrm>
            <a:off x="160020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按筐类型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鲜食/面包/低温/冷冻/常温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汇总表示例（单店 · 7月）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83680" y="210312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331720"/>
            <a:ext cx="164592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筐类型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49640" y="2331720"/>
            <a:ext cx="100584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2331720"/>
            <a:ext cx="100584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61320" y="2331720"/>
            <a:ext cx="100584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898648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鲜食筐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2898648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2898648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61320" y="2898648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465576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面包筐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49640" y="3465576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55480" y="3465576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61320" y="3465576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032504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4032504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55480" y="4032504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61320" y="4032504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599432"/>
            <a:ext cx="1645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冷冻筐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49640" y="4599432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55480" y="4599432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61320" y="4599432"/>
            <a:ext cx="10058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5166360"/>
            <a:ext cx="16459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49640" y="5166360"/>
            <a:ext cx="10058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555480" y="5166360"/>
            <a:ext cx="10058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561320" y="5166360"/>
            <a:ext cx="10058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5943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= 发出 - 回收，一眼看出哪个筐对不上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月底对账：不用再翻纸了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对账只要两步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导出你的数据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3017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选好日期范围 → 点「导出Excel」→ 文件格式和管理员表格一致，直接能对上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51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导入管理员表格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把管理员发的Excel选进来 → 系统自动逐日逐筐对比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对比结果一目了然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一致项：绿色标记，两边数字对得上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差异项：黄色标记，自动标出差额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例如：你发100，他记95 → 差额 +5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不用再一摞纸一张张翻，几分钟搞定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数据安全：这次是真·不会丢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☁️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自动云端备份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64592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每次保存数据，3秒后自动备份到云端，无需任何操作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949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账号密码保护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949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手机号+密码双验证，云端只存加密哈希，别人拿不到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密保找回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忘记密码？密保问题回答正确即可重置，不会锁死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换机一键恢复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45920" y="4114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换手机/清缓存，输入手机号+密码，数据全部回来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3375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🛡️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暴力破解防护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94960" y="4114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连续输错5次锁定10分钟，防止他人恶意尝试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3375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📤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440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线下双保险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还能导出文件存微信，双重保障万无一失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用了它，你能得到什么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" dirty="0">
                <a:solidFill>
                  <a:srgbClr val="000000"/>
                </a:solidFill>
              </a:rPr>
              <a:t>⏱️</a:t>
            </a:r>
            <a:endParaRPr lang="en-US" sz="44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每天省1小时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拍照识别+语音录入，告别手抄，下班早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" dirty="0">
                <a:solidFill>
                  <a:srgbClr val="000000"/>
                </a:solidFill>
              </a:rPr>
              <a:t>🎯</a:t>
            </a:r>
            <a:endParaRPr lang="en-US" sz="44" dirty="0"/>
          </a:p>
        </p:txBody>
      </p:sp>
      <p:sp>
        <p:nvSpPr>
          <p:cNvPr id="13" name="Text 11"/>
          <p:cNvSpPr/>
          <p:nvPr/>
        </p:nvSpPr>
        <p:spPr>
          <a:xfrm>
            <a:off x="78181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对账零差错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自动对比差额，不再月底熬夜翻单据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5720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72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" dirty="0">
                <a:solidFill>
                  <a:srgbClr val="000000"/>
                </a:solidFill>
              </a:rPr>
              <a:t>📱</a:t>
            </a:r>
            <a:endParaRPr lang="en-US" sz="44" dirty="0"/>
          </a:p>
        </p:txBody>
      </p:sp>
      <p:sp>
        <p:nvSpPr>
          <p:cNvPr id="18" name="Text 16"/>
          <p:cNvSpPr/>
          <p:nvPr/>
        </p:nvSpPr>
        <p:spPr>
          <a:xfrm>
            <a:off x="21945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手机就是账本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892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不装App，扫码打开即用，司机也能录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5720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572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" dirty="0">
                <a:solidFill>
                  <a:srgbClr val="000000"/>
                </a:solidFill>
              </a:rPr>
              <a:t>☁️</a:t>
            </a:r>
            <a:endParaRPr lang="en-US" sz="44" dirty="0"/>
          </a:p>
        </p:txBody>
      </p:sp>
      <p:sp>
        <p:nvSpPr>
          <p:cNvPr id="23" name="Text 21"/>
          <p:cNvSpPr/>
          <p:nvPr/>
        </p:nvSpPr>
        <p:spPr>
          <a:xfrm>
            <a:off x="781812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数据永不怕丢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18120" y="4892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云端自动备份，换机换浏览器都不怕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适用：冷链配送 / 生鲜物流 / 商超供货 等所有用路单管理的场景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0A4A6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114800" cy="4114800"/>
          </a:xfrm>
          <a:prstGeom prst="ellipse">
            <a:avLst/>
          </a:prstGeom>
          <a:solidFill>
            <a:srgbClr val="0A4A6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一套系统，管好你的每一筐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物流筐收发管理系统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扫码即用 · 拍照识别 · 自动对账 · 云端备份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45720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立即体验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https://inventory-app-9ql.pages.dev/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物流筐收发管理系统</dc:creator>
  <cp:lastModifiedBy>物流筐收发管理系统</cp:lastModifiedBy>
  <cp:revision>1</cp:revision>
  <dcterms:created xsi:type="dcterms:W3CDTF">2026-07-31T04:16:25Z</dcterms:created>
  <dcterms:modified xsi:type="dcterms:W3CDTF">2026-07-31T04:16:25Z</dcterms:modified>
</cp:coreProperties>
</file>